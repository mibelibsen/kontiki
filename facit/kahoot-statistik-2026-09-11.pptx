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Facit står i noterne til hvert spørgsmål. Del ikke noterne med ungerne.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Mindste, nedre kvartil, median, øvre kvartil, største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50 %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Ingenting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135°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72°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25 %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Håndbold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100 %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Ved 50 % på den lodrette akse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Omkring 172 cm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80 %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4-6 timer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2 gange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6 ud af 36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11 ud af 36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6 procentpoint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40 %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9,5 %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Forskellene ser større ud, end de 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4 gange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Medianen, 24.000 kr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617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Statistik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DC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spørgsmål · 9. klasse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B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og typetal · diagrammer · sumkurve · sandsynlighed · manipulation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Talrækken er 3, 5, 5, 6, 8, 9, 13. Hvad er medianen?</a:t>
            </a:r>
            <a:endParaRPr lang="en-US" sz="1800" dirty="0"/>
          </a:p>
        </p:txBody>
      </p:sp>
      <p:pic>
        <p:nvPicPr>
          <p:cNvPr id="3" name="Image 0" descr="/home/user/kontiki/facit/kahoot-billeder/01-medi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sek.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Talrækken er 3, 5, 5, 6, 8, 9, 13. Hvad er typetallet?</a:t>
            </a:r>
            <a:endParaRPr lang="en-US" sz="1800" dirty="0"/>
          </a:p>
        </p:txBody>
      </p:sp>
      <p:pic>
        <p:nvPicPr>
          <p:cNvPr id="3" name="Image 0" descr="/home/user/kontiki/facit/kahoot-billeder/02-type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sek.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Talrækken er 3, 5, 5, 6, 8, 9, 13. Hvad er variationsbredden?</a:t>
            </a:r>
            <a:endParaRPr lang="en-US" sz="1800" dirty="0"/>
          </a:p>
        </p:txBody>
      </p:sp>
      <p:pic>
        <p:nvPicPr>
          <p:cNvPr id="3" name="Image 0" descr="/home/user/kontiki/facit/kahoot-billeder/03-variationsbred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sek.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Talrækken er 3, 5, 5, 6, 8, 9, 13. Hvad er gennemsnittet?</a:t>
            </a:r>
            <a:endParaRPr lang="en-US" sz="1800" dirty="0"/>
          </a:p>
        </p:txBody>
      </p:sp>
      <p:pic>
        <p:nvPicPr>
          <p:cNvPr id="3" name="Image 0" descr="/home/user/kontiki/facit/kahoot-billeder/04-gennemsni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Talrækken er 3, 5, 5, 6, 8, 9, 13. Hvad er den nedre kvartil?</a:t>
            </a:r>
            <a:endParaRPr lang="en-US" sz="1800" dirty="0"/>
          </a:p>
        </p:txBody>
      </p:sp>
      <p:pic>
        <p:nvPicPr>
          <p:cNvPr id="3" name="Image 0" descr="/home/user/kontiki/facit/kahoot-billeder/05-nedre-kvarti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Talrækken er 3, 5, 5, 6, 8, 9, 13. Hvad er den øvre kvartil?</a:t>
            </a:r>
            <a:endParaRPr lang="en-US" sz="1800" dirty="0"/>
          </a:p>
        </p:txBody>
      </p:sp>
      <p:pic>
        <p:nvPicPr>
          <p:cNvPr id="3" name="Image 0" descr="/home/user/kontiki/facit/kahoot-billeder/06-oevre-kvarti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Hvilke fem tal tegnes et boksplot ud fra?</a:t>
            </a:r>
            <a:endParaRPr lang="en-US" sz="1800" dirty="0"/>
          </a:p>
        </p:txBody>
      </p:sp>
      <p:pic>
        <p:nvPicPr>
          <p:cNvPr id="3" name="Image 0" descr="/home/user/kontiki/facit/kahoot-billeder/07-boksplot-fem-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Mindste, nedre kvartil, median, øvre kvartil, største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Mindste, gennemsnit, median, typetal, største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fem mindste tal i datasættet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Gennemsnit, median, typetal, sum og antal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Hvor stor en del af observationerne ligger inde i boksplottets kasse?</a:t>
            </a:r>
            <a:endParaRPr lang="en-US" sz="1800" dirty="0"/>
          </a:p>
        </p:txBody>
      </p:sp>
      <p:pic>
        <p:nvPicPr>
          <p:cNvPr id="3" name="Image 0" descr="/home/user/kontiki/facit/kahoot-billeder/08-boksplot-kasse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50 %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25 %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75 %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Aflæs medianen på boksplottet.</a:t>
            </a:r>
            <a:endParaRPr lang="en-US" sz="1800" dirty="0"/>
          </a:p>
        </p:txBody>
      </p:sp>
      <p:pic>
        <p:nvPicPr>
          <p:cNvPr id="3" name="Image 0" descr="/home/user/kontiki/facit/kahoot-billeder/09-boksplot-afla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Hvad sker der med medianen, hvis det største tal bliver dobbelt så stort?</a:t>
            </a:r>
            <a:endParaRPr lang="en-US" sz="1800" dirty="0"/>
          </a:p>
        </p:txBody>
      </p:sp>
      <p:pic>
        <p:nvPicPr>
          <p:cNvPr id="3" name="Image 0" descr="/home/user/kontiki/facit/kahoot-billeder/10-median-robu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Ingenting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bliver dobbelt så stor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stiger lidt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falder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Talrækken er 4, 6, 8, 10, 12. Hvad er gennemsnittet?</a:t>
            </a:r>
            <a:endParaRPr lang="en-US" sz="1800" dirty="0"/>
          </a:p>
        </p:txBody>
      </p:sp>
      <p:pic>
        <p:nvPicPr>
          <p:cNvPr id="3" name="Image 0" descr="/home/user/kontiki/facit/kahoot-billeder/11-gennemsnit-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40 unger. 15 spiller håndbold. Hvor mange grader fylder håndbold i cirklen?</a:t>
            </a:r>
            <a:endParaRPr lang="en-US" sz="1800" dirty="0"/>
          </a:p>
        </p:txBody>
      </p:sp>
      <p:pic>
        <p:nvPicPr>
          <p:cNvPr id="3" name="Image 0" descr="/home/user/kontiki/facit/kahoot-billeder/12-cirkel-grader-haa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135°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150°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90°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15°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40 unger. 8 svømmer. Hvor mange grader fylder svømning i cirklen?</a:t>
            </a:r>
            <a:endParaRPr lang="en-US" sz="1800" dirty="0"/>
          </a:p>
        </p:txBody>
      </p:sp>
      <p:pic>
        <p:nvPicPr>
          <p:cNvPr id="3" name="Image 0" descr="/home/user/kontiki/facit/kahoot-billeder/13-cirkel-grader-svo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72°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80°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8°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45°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 40 unger. 10 spiller fodbold. Hvor mange procent er det?</a:t>
            </a:r>
            <a:endParaRPr lang="en-US" sz="1800" dirty="0"/>
          </a:p>
        </p:txBody>
      </p:sp>
      <p:pic>
        <p:nvPicPr>
          <p:cNvPr id="3" name="Image 0" descr="/home/user/kontiki/facit/kahoot-billeder/14-cirkel-proc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25 %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10 %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40 %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15 %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 Hvilken sektor er størst i cirkeldiagrammet?</a:t>
            </a:r>
            <a:endParaRPr lang="en-US" sz="1800" dirty="0"/>
          </a:p>
        </p:txBody>
      </p:sp>
      <p:pic>
        <p:nvPicPr>
          <p:cNvPr id="3" name="Image 0" descr="/home/user/kontiki/facit/kahoot-billeder/15-cirkel-stoer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Håndbold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Fodbold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Svømning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Andet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sek.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 Hvad skal alle frekvenserne i en tabel tilsammen give?</a:t>
            </a:r>
            <a:endParaRPr lang="en-US" sz="1800" dirty="0"/>
          </a:p>
        </p:txBody>
      </p:sp>
      <p:pic>
        <p:nvPicPr>
          <p:cNvPr id="3" name="Image 0" descr="/home/user/kontiki/facit/kahoot-billeder/16-frekvens-su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360 %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Antallet af observationer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Gennemsnittet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sek.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 Hvor på en sumkurve aflæser man medianen?</a:t>
            </a:r>
            <a:endParaRPr lang="en-US" sz="1800" dirty="0"/>
          </a:p>
        </p:txBody>
      </p:sp>
      <p:pic>
        <p:nvPicPr>
          <p:cNvPr id="3" name="Image 0" descr="/home/user/kontiki/facit/kahoot-billeder/17-sumkurve-medi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 50 % på den lodrette akse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 50 % på den vandrette akse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 kurvens højeste punkt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Midt mellem første og sidste punkt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 Aflæs medianen på sumkurven. Hvad er den cirka?</a:t>
            </a:r>
            <a:endParaRPr lang="en-US" sz="1800" dirty="0"/>
          </a:p>
        </p:txBody>
      </p:sp>
      <p:pic>
        <p:nvPicPr>
          <p:cNvPr id="3" name="Image 0" descr="/home/user/kontiki/facit/kahoot-billeder/18-sumkurve-afla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Omkring 172 cm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Omkring 160 cm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Omkring 180 cm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Omkring 155 cm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 Frekvenserne er 20 %, 35 % og 25 %. Hvad er den kumulerede frekvens efter tredje interval?</a:t>
            </a:r>
            <a:endParaRPr lang="en-US" sz="1800" dirty="0"/>
          </a:p>
        </p:txBody>
      </p:sp>
      <p:pic>
        <p:nvPicPr>
          <p:cNvPr id="3" name="Image 0" descr="/home/user/kontiki/facit/kahoot-billeder/19-kumuler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80 %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25 %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35 %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 Hvilket interval har flest unger i histogrammet?</a:t>
            </a:r>
            <a:endParaRPr lang="en-US" sz="1800" dirty="0"/>
          </a:p>
        </p:txBody>
      </p:sp>
      <p:pic>
        <p:nvPicPr>
          <p:cNvPr id="3" name="Image 0" descr="/home/user/kontiki/facit/kahoot-billeder/20-histogram-fle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4-6 timer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0-2 timer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2-4 timer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6-8 timer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sek.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 Hvad er typetallet ifølge søjlediagrammet?</a:t>
            </a:r>
            <a:endParaRPr lang="en-US" sz="1800" dirty="0"/>
          </a:p>
        </p:txBody>
      </p:sp>
      <p:pic>
        <p:nvPicPr>
          <p:cNvPr id="3" name="Image 0" descr="/home/user/kontiki/facit/kahoot-billeder/21-soejler-type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gange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gang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gange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gange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sek.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 Du kaster to terninger. Hvad er sandsynligheden for at summen bliver 7?</a:t>
            </a:r>
            <a:endParaRPr lang="en-US" sz="1800" dirty="0"/>
          </a:p>
        </p:txBody>
      </p:sp>
      <p:pic>
        <p:nvPicPr>
          <p:cNvPr id="3" name="Image 0" descr="/home/user/kontiki/facit/kahoot-billeder/22-terning-sum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ud af 36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ud af 36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ud af 36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ud af 12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 Hvor mange af de 36 udfald giver summen 5?</a:t>
            </a:r>
            <a:endParaRPr lang="en-US" sz="1800" dirty="0"/>
          </a:p>
        </p:txBody>
      </p:sp>
      <p:pic>
        <p:nvPicPr>
          <p:cNvPr id="3" name="Image 0" descr="/home/user/kontiki/facit/kahoot-billeder/23-terning-sum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sek.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 Du kaster to terninger. Hvad er sandsynligheden for mindst én sekser?</a:t>
            </a:r>
            <a:endParaRPr lang="en-US" sz="1800" dirty="0"/>
          </a:p>
        </p:txBody>
      </p:sp>
      <p:pic>
        <p:nvPicPr>
          <p:cNvPr id="3" name="Image 0" descr="/home/user/kontiki/facit/kahoot-billeder/24-terning-seks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ud af 36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ud af 36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ud af 36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ud af 36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 Tilslutningen steg fra 15 % til 21 %. Hvor mange PROCENTPOINT er det steget?</a:t>
            </a:r>
            <a:endParaRPr lang="en-US" sz="1800" dirty="0"/>
          </a:p>
        </p:txBody>
      </p:sp>
      <p:pic>
        <p:nvPicPr>
          <p:cNvPr id="3" name="Image 0" descr="/home/user/kontiki/facit/kahoot-billeder/25-procentpoi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procentpoint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procentpoint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procent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procentpoint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 Tilslutningen steg fra 15 % til 21 %. Hvor mange PROCENT er det steget?</a:t>
            </a:r>
            <a:endParaRPr lang="en-US" sz="1800" dirty="0"/>
          </a:p>
        </p:txBody>
      </p:sp>
      <p:pic>
        <p:nvPicPr>
          <p:cNvPr id="3" name="Image 0" descr="/home/user/kontiki/facit/kahoot-billeder/26-procent-stign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40 %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6 %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21 %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36 %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 Et spørgeskema sendes til 400 unger. 38 svarer. Hvad er svarprocenten?</a:t>
            </a:r>
            <a:endParaRPr lang="en-US" sz="1800" dirty="0"/>
          </a:p>
        </p:txBody>
      </p:sp>
      <p:pic>
        <p:nvPicPr>
          <p:cNvPr id="3" name="Image 0" descr="/home/user/kontiki/facit/kahoot-billeder/27-svarproc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9,5 %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38 %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10,5 %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90,5 %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 Et diagrams y-akse starter ved 199 i stedet for 0. Hvad sker der?</a:t>
            </a:r>
            <a:endParaRPr lang="en-US" sz="1800" dirty="0"/>
          </a:p>
        </p:txBody>
      </p:sp>
      <p:pic>
        <p:nvPicPr>
          <p:cNvPr id="3" name="Image 0" descr="/home/user/kontiki/facit/kahoot-billeder/28-afskaaret-ak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Forskellene ser større ud, end de er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Forskellene ser mindre ud, end de er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Ingenting — tallene er jo de samme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Diagrammet bliver ulovligt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 En figurs side fordobles. Hvor mange gange større bliver arealet?</a:t>
            </a:r>
            <a:endParaRPr lang="en-US" sz="1800" dirty="0"/>
          </a:p>
        </p:txBody>
      </p:sp>
      <p:pic>
        <p:nvPicPr>
          <p:cNvPr id="3" name="Image 0" descr="/home/user/kontiki/facit/kahoot-billeder/29-areal-tri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gange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gange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gange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gange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 Fire lønninger omkring 24.000 kr og én på 400.000 kr. Hvad er en typisk løn?</a:t>
            </a:r>
            <a:endParaRPr lang="en-US" sz="1800" dirty="0"/>
          </a:p>
        </p:txBody>
      </p:sp>
      <p:pic>
        <p:nvPicPr>
          <p:cNvPr id="3" name="Image 0" descr="/home/user/kontiki/facit/kahoot-billeder/30-median-vs-gennemsni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Medianen, 24.000 kr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Gennemsnittet, 98.800 kr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højeste løn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Summen af de fem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Statistik · 30 spørgsmål</dc:title>
  <dc:subject>PptxGenJS Presentation</dc:subject>
  <dc:creator>Mibelibsen · 9. klasse</dc:creator>
  <cp:lastModifiedBy>Mibelibsen · 9. klasse</cp:lastModifiedBy>
  <cp:revision>1</cp:revision>
  <dcterms:created xsi:type="dcterms:W3CDTF">2026-09-11T08:03:26Z</dcterms:created>
  <dcterms:modified xsi:type="dcterms:W3CDTF">2026-09-11T08:03:26Z</dcterms:modified>
</cp:coreProperties>
</file>